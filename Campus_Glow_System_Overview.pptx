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💡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Streetlight Management and Fault Reporting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Project Overview, Technical Architecture &amp; Technology Stack Rationale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100584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Presenter: System Architectural Lead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Institution: University of Ghana | Physical Development &amp; Municipal Services Directorate (PDMSD)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of the Campus Glow system initiative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a web-based, crowdsourced civic infrastructure management platform engineered specifically to transform streetlight fault reporting, dispatch workflows, and maintenance tracking at the University of Ghana.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Innovation: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zero-CapEx QR code physical node tagging on lamp posts with real-time publish-subscribe database synchronization (Supabase/PostgreSQL) and a multi-tiered mobile/desktop portal.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Strategic Value: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spatial ambiguity caused by GPS drift, automates technician dispatches, enforces SLA accountability, and delivers real-time spatial analytics for university administrators without requiring expensive IoT sensors.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context &amp; modern smart campus infrastructure challenges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Campus Streetlights as Critical Safety Infrastructure:
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University campuses operate as micro-cities. Night-time pedestrian illumination directly influences student safety, crime prevention, academic activity, and campus mobility.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Maintenance Reality in Developing Campuses:
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Despite their importance, streetlight management relies on ad-hoc phone calls, informal word-of-mouth reports, or periodic night patrols by municipal crews.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Need for Digital Transformation:
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Campus Glow bridges physical campus assets with modern web architecture to establish a real-time, closed-loop maintenance framework connecting students, technicians, and administrators.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inefficiencies in traditional campus facility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30352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3.1 Delayed Fault Reporting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Broken lights remain undetected for days or weeks due to reliance on manual night patrols or verbal feedback.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0352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3.2 Lack of Maintenance Transparency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Students and reporters have zero visibility into report progress, creating user apathy and mistrust in facilities management.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0352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3.3 Data Fragmentation &amp; No Central 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Maintenance notes exist in disparate paper logs or messaging chats without a unified GIS dashboard or asset history.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931920"/>
            <a:ext cx="530352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3.4 Absence of Formal Documentation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572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No standardized work orders, photo proof of repairs, or SLA audit trails to verify technician resolution quality.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Project Objectives (4.1 - 4.2)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goals: Automate reporting and centralize infrastructure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4.1 Automate Fault Reporting: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 physical QR code badges on streetlight poles for instantaneous scan-to-report access.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 manual app navigation and registration friction, allowing reports in under 10 seconds.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Capture exact pole metadata (Pole ID, zone, coordinates, bulb type) directly from the QR payload.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 Centralise Infrastructure Management: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Aggregate all campus streetlight assets into a single interactive GIS mapping interface.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Provide real-time status tracking (Active, Outage Reported, Dispatched, Resolved) across the campus.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Standardize digital ticket handling and real-time state synchronization.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Project Objectives (4.3 - 4.5)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Accountability, data insights, and campus safety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 Improve Maintenance Accountability: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 SLA-based ticket prioritization (Emergency, High, Medium, Low) and technician assignments.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 photo validation and technical notes before ticket closure.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 Generate Data-Driven Insights: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Deliver analytics on Mean Time To Repair (MTTR), recurring failure hotspots, and bulb lifespan.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Support executive reporting through automated PDF and Excel audit report generation.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4.5 Enhance Campus Safety: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Rapidly eliminate campus dark spots along high-traffic student walkways, residential halls, and libraries.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Technical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architectural layers and data flow diagram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38328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45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PRESENTATION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(Client Web Applications)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React 18 +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Vite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Tailwind CSS + Radix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Lucide Icons &amp; Recharts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Modules: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Student Scan &amp; Report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Technician Mobile CRM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Admin Control Center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38328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645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STATE &amp; REAL-TIME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(Data Fetching &amp; Subscriptions)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TanStack React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  (Cache &amp; Async 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Supabase Realtime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  (WebSocket WAL Replication)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Browser QR Scanner API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Features: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Instant ticket updates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Auto background re-fetch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Optimistic UI updates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463040"/>
            <a:ext cx="338328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45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BACKEND &amp; DATABASE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(BaaS Infrastructure)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2860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PostgreSQL Relational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Supabase Auth (JWT &amp; RBAC)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Row Level Security (RLS)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Supabase Storage (Photos)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Tables: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light_poles, fault_reports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repair_logs, users/profiles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- maintenance_schedules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7.1 Enhanced Campus Safety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Technology Stack &amp; Rationale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technologies and justification for technical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Layer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Selected Stack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Rationale for Selection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Core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18 + TypeScript + Vite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 safety prevents runtime errors; Vite provides instant HMR &amp; fast builds; React component model enables reusable UI across 3 portals.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 &amp; UI Primitives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CSS + Radix UI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Utility-first CSS ensures dark-mode &amp; responsive mobile UI; Radix provides accessible, unstyled UI components (Dialogs, Tabs, Toasts).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 Management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TanStack React Query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Eliminates global Redux boilerplate; manages server state, caching, background refetching, and optimistic updates seamlessly.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&amp; Database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(PostgreSQL)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relational integrity for pole geospatial records + native WebSocket pub-sub engine for zero-delay admin/technician sync.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&amp; Auth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Auth + DB RLS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Row-Level Security (RLS) policies enforce security directly at the DB engine; JWT auth segregates Admin, Technician, and Public roles.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Visuals &amp; Export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Recharts, jsPDF, XLSX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Renders responsive administrative analytics charts and generates official university compliance reports in PDF/Excel formats.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Stack Rationale: QR &amp; Crowdsourcing vs. IoT Sensors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&amp; operational justification for zero-hardware asset tracking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Evaluation Criteria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IoT Sensor Networks (LoRa/ZigBee)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Campus Glow QR + Crowdsourced Stack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Capital Cost (CapEx)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($50 - $150 per light fixture + gateways)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Near Zero (&lt; $0.50 per vinyl weather-proof QR sticker)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Maintenance &amp; Theft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Sensors damaged by lightning, stolen, or need battery changes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Resilient vinyl stickers; zero valuable electronics to steal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Spatial Pinpoint Accuracy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Depends on static node ID mapping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exact pole ID lookup; completely resolves 15m GPS drift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Richness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on/off or current voltage drop only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Rich context: Photos of physical damage, user notes, fault severity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 Complexity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Requires RF mesh network tuning &amp; specialized engineers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deployment via web browser on any standard smartphone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6.1 Student Interface (Public Access) - Frictionless civic reporting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Zero-Friction QR Scan &amp; Report: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Students scan a QR badge on any streetlight pole. The web app automatically resolves the pole ID, zone, and location metadata without requiring login or app downloads.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Photo Upload &amp; Fault Categorisation: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Users attach photo evidence and select standardized fault categories (e.g., Complete Blackout, Flickering, Broken Fixture, Exposed Wiring).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Anonymous Reporting &amp; Status Tracking: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Protects reporter privacy while providing a unique Ticket Reference Code for public real-time progress tracking (Reported → Dispatched → Resolved).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Public Safety Map &amp; FAQ: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Allows students to view reported dark zones across campus and check safety guidelines.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6.2 Technician Portal (Protected Access) - Mobile CRM for field crews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Authenticated Mobile Workspace: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Role-authenticated portal optimized for field smartphones used by PDMSD technicians.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Task Queue &amp; SLA Prioritisation: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Displays assigned work orders sorted by SLA urgency (Emergency 24hr, High 48hr, Routine).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Verified Repair Form &amp; Closure: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Technicians must submit proof of completion by uploading a photo of the repaired glowing light, logging replacement parts used (e.g., 50W LED bulb, ballast), and specifying resolution notes.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Historical Performance Tracker: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Tracks individual technician repair logs, completed tasks, and average resolution speed.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6.3 Administrator Dashboard (Management Access) - Central control center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Interactive GIS Map: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Displays color-coded light status markers (Green = Active, Red = Outage, Yellow = In Repair) across campus zones.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Work Order Assignment &amp; SLA Dispatch: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Admins reassign or dispatch tickets to specific available technicians based on workload and zone proximity.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 Analytics &amp; Hotspot Identification: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Recharts-powered visual graphs showing Mean Time To Repair (MTTR), fault categories, recurring failure zones, and technician SLA compliance.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Report &amp; QR Code Generator: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One-click batch QR code badge printing for new poles + automated PDF &amp; Excel facility audit exports.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Expected Benefits and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7.1 Enhanced Campus Safety &amp; 7.2 Improved Operational Efficiency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7.1 Enhanced Campus Safety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Eliminates Dark Walkways: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Dramatically reduces outage duration along student walking routes between halls, libraries, and lecture blocks.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Deterrence of Crime: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Well-lit campuses correlate with significant reductions in night-time theft, harassment, and security incidents.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Gender-Inclusive Mobility: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Empowers female students and staff to move safely across campus at night.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7.2 Improved Operational Efficiency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Reduced MTTR (Mean Time to Repair):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Cuts response time from several days/weeks down to 24-48 hours via automated dispatch.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Inspection Overhead: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wasteful night-patrol fuel consumption by substituting crowdsourced student reporting.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Streamlined Workflows: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paper logs with instant digital work orders and photo proof.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Expected Benefits and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7.3 Cost Optimisation &amp; 7.4 Institutional Sustainability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7.3 Cost Optimisation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95% CapEx Savings vs. IoT: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Avoids spending tens of thousands of dollars on expensive IoT hardware sensors and mesh gateways.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Preventative Asset Longevity: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replacement of faulty ballasts or wiring prevents severe electrical damage to light poles.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Resource Optimization: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technicians carry exact replacement parts on first trip based on reported fault photos.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7.4 Institutional Sustainability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Civic Co-Production Culture: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Fosters shared responsibility between students and university administration for campus upkeep.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ESG &amp; Green Governance: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energy conservation by detecting stuck-on daytime lights and facilitating LED bulb transition.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Replicable Smart Campus Model: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Establishes a blueprint scalable to other public utilities (water leaks, sanitation, roads).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Science Research (DSR) &amp; agile development phases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was developed following the Design Science Research (DSR) framework (Hevner et al.):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Problem Identification &amp; Requirements Gathering: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Field audits of University of Ghana light poles, stakeholder interviews with PDMSD facility managers &amp; students.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System Architectural Design: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Database schema design in PostgreSQL, QR encoding structure definition, UI component wireframing.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Iterative Implementation (Agile Sprints):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Frontend development with React/Vite/Tailwind; Backend integration with Supabase Realtime &amp; DB RLS policies.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Empirical Testing &amp; Validation: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System Usability Scale (SUS) evaluation, MTTR benchmarking, end-to-end load testing.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Scope and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9.1 Project Scope &amp; 9.2 Known Limitations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9.1 Project 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Environment: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Campus outdoor streetlights, primary pedestrian walkways, and hall surroundings at UG Legon.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Functional Deliverables: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scan-to-report portal, mobile technician portal with photo closure, admin interactive GIS dashboard, and automated PDF/Excel export modules.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 Infrastructure: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Cloud-hosted Supabase PostgreSQL backend with WebSocket real-time subscription.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9.2 Known Limitations &amp; Mitigation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Dependency on Student Foot Traffic: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Outages in isolated/low-traffic areas may experience higher reporting latency. (Mitigation: Scheduled security guard checks).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Connectivity Dependency: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mobile data or UG Wi-Fi for report submission. (Mitigation: Lightweight web app payload &lt; 500KB).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Physical QR Sticker Vandalism: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of sticker peeling or damage. (Mitigation: Weatherproof UV-laminated vinyl badges + manual Pole ID fallback).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system impact and future 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Glow - Smart Streetlight Management &amp; Fault Reporting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Summary of Achievement: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Campus Glow successfully demonstrates that a software-driven, crowdsourced civic infrastructure model can achieve near real-time streetlight maintenance without expensive hardware sensors.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Operational Transformation: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By bridging students, technicians, and administrators into a single real-time workflow, the system cuts MTTR, enforces SLA accountability, and elevates campus safety.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Future Horizon: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Expansion to other municipal campus utilities (water hydrants, waste bins, road hazards).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AI-driven predictive maintenance modeling based on historical bulb failure cycles.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2026-09-20T18:35:33Z</dcterms:created>
  <dcterms:modified xsi:type="dcterms:W3CDTF">2026-09-20T18:35:33Z</dcterms:modified>
</cp:coreProperties>
</file>